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1226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85026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469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4951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9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91751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33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599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663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1797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20058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965728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45048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08856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204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39362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2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9841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2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615325-463D-4566-9209-110085580EBC}" type="datetimeFigureOut">
              <a:rPr lang="en-IN" smtClean="0"/>
              <a:t>22-05-2026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E6F393-7BB3-4BAF-9A6C-1F4BF03A314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6931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F7D00A-27A5-2152-8E4A-7512B8DACC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Online Book Store using Django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077E3-C1ED-4254-0B62-63DD7AAF8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628501"/>
            <a:ext cx="9692640" cy="1589156"/>
          </a:xfrm>
        </p:spPr>
        <p:txBody>
          <a:bodyPr>
            <a:normAutofit/>
          </a:bodyPr>
          <a:lstStyle/>
          <a:p>
            <a:r>
              <a:rPr lang="en-IN" sz="3800" b="1" dirty="0">
                <a:solidFill>
                  <a:schemeClr val="accent1">
                    <a:lumMod val="75000"/>
                  </a:schemeClr>
                </a:solidFill>
              </a:rPr>
              <a:t> Presented by </a:t>
            </a:r>
            <a:br>
              <a:rPr lang="en-IN" b="1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                                                    </a:t>
            </a: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</a:rPr>
              <a:t>~ </a:t>
            </a:r>
            <a:r>
              <a:rPr lang="en-IN" sz="3600" b="1" dirty="0">
                <a:solidFill>
                  <a:schemeClr val="accent1">
                    <a:lumMod val="75000"/>
                  </a:schemeClr>
                </a:solidFill>
              </a:rPr>
              <a:t>TEAM 1</a:t>
            </a:r>
          </a:p>
        </p:txBody>
      </p:sp>
      <p:pic>
        <p:nvPicPr>
          <p:cNvPr id="4" name="Picture 4" descr="Logo">
            <a:extLst>
              <a:ext uri="{FF2B5EF4-FFF2-40B4-BE49-F238E27FC236}">
                <a16:creationId xmlns:a16="http://schemas.microsoft.com/office/drawing/2014/main" id="{F37AAB6C-D6B5-E413-E529-92F200E339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82658" y="517366"/>
            <a:ext cx="3197990" cy="752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31482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177D-EA8C-D02E-0570-161AD7E60B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TEAM MEMBERS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CF8E9-283C-326E-4AF3-30C415578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b="1" dirty="0">
                <a:solidFill>
                  <a:schemeClr val="accent1"/>
                </a:solidFill>
              </a:rPr>
              <a:t>TEAM – 1</a:t>
            </a:r>
          </a:p>
          <a:p>
            <a:pPr marL="0" indent="0" algn="ctr">
              <a:buNone/>
            </a:pPr>
            <a:r>
              <a:rPr lang="en-IN" sz="2400" b="1" dirty="0"/>
              <a:t> S.B.JAI AKASSH ( TEAM LEAD )</a:t>
            </a:r>
          </a:p>
          <a:p>
            <a:pPr marL="0" indent="0" algn="ctr">
              <a:buNone/>
            </a:pPr>
            <a:r>
              <a:rPr lang="en-IN" sz="2400" b="1" dirty="0"/>
              <a:t> PRAVEEN</a:t>
            </a:r>
          </a:p>
          <a:p>
            <a:pPr marL="0" indent="0" algn="ctr">
              <a:buNone/>
            </a:pPr>
            <a:r>
              <a:rPr lang="en-IN" sz="2400" b="1" dirty="0"/>
              <a:t> E.ARTHEESH</a:t>
            </a:r>
          </a:p>
          <a:p>
            <a:pPr marL="0" indent="0" algn="ctr">
              <a:buNone/>
            </a:pPr>
            <a:r>
              <a:rPr lang="en-IN" sz="2400" b="1" dirty="0"/>
              <a:t> ABIRAMI</a:t>
            </a:r>
          </a:p>
          <a:p>
            <a:pPr marL="0" indent="0" algn="ctr">
              <a:buNone/>
            </a:pPr>
            <a:r>
              <a:rPr lang="en-IN" sz="2400" b="1" dirty="0"/>
              <a:t>MATHUMATHI</a:t>
            </a:r>
          </a:p>
          <a:p>
            <a:pPr marL="0" indent="0" algn="ctr">
              <a:buNone/>
            </a:pPr>
            <a:r>
              <a:rPr lang="en-IN" sz="2400" b="1" dirty="0"/>
              <a:t>MANISHA</a:t>
            </a:r>
          </a:p>
          <a:p>
            <a:pPr marL="0" indent="0" algn="ctr">
              <a:buNone/>
            </a:pPr>
            <a:r>
              <a:rPr lang="en-IN" sz="2400" b="1" dirty="0"/>
              <a:t>PRABHURAM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84418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91A5C-F249-D21F-E5F3-A92C48DFD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811C8-9C39-D727-34C4-C2C6B0C9F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endParaRPr lang="en-US" sz="2800" b="1" dirty="0"/>
          </a:p>
          <a:p>
            <a:r>
              <a:rPr lang="en-US" sz="2800" dirty="0"/>
              <a:t>Online bookstores are transforming the way users purchase and explore books. 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Traditional systems lack personalization and smart content generation.</a:t>
            </a:r>
          </a:p>
          <a:p>
            <a:pPr marL="0" indent="0">
              <a:buNone/>
            </a:pPr>
            <a:r>
              <a:rPr lang="en-US" sz="2800" dirty="0"/>
              <a:t> </a:t>
            </a:r>
          </a:p>
          <a:p>
            <a:r>
              <a:rPr lang="en-US" sz="2800" dirty="0"/>
              <a:t>This project provides an AI-integrated web platform for browsing and purchasing books. </a:t>
            </a:r>
          </a:p>
          <a:p>
            <a:pPr marL="0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117269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2DFC6-88B3-5F66-E93E-62EB26F1F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9C354-A12C-D408-326E-455DE589CF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Physical bookstores have limited accessibility. 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Users often lack quick understanding of book content.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 Manual management of books and categories is inefficient. </a:t>
            </a:r>
          </a:p>
          <a:p>
            <a:pPr marL="0" indent="0">
              <a:buNone/>
            </a:pPr>
            <a:endParaRPr lang="en-US" sz="2800" dirty="0"/>
          </a:p>
          <a:p>
            <a:r>
              <a:rPr lang="en-US" sz="2800" dirty="0"/>
              <a:t>Need for a scalable and intelligent digital bookstore.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595409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3F640-996C-E594-BA0E-0C0CCC12D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PROPOSED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92983E-66B3-63FD-0FA9-E956B6A08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504" y="1883664"/>
            <a:ext cx="10820400" cy="447141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We developed a Django-based Online Book Store Website with:</a:t>
            </a:r>
          </a:p>
          <a:p>
            <a:pPr marL="0" indent="0">
              <a:buNone/>
            </a:pPr>
            <a:r>
              <a:rPr lang="en-IN" sz="2000" dirty="0"/>
              <a:t>✅ Dynamic Book Listings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dirty="0"/>
              <a:t>✅ User-Friendly Interface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dirty="0"/>
              <a:t>✅ Cart System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dirty="0"/>
              <a:t>✅ Admin Panel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dirty="0"/>
              <a:t>✅ Newsletter Subscription</a:t>
            </a:r>
          </a:p>
          <a:p>
            <a:pPr marL="0" indent="0">
              <a:buNone/>
            </a:pPr>
            <a:br>
              <a:rPr lang="en-IN" sz="2000" dirty="0"/>
            </a:br>
            <a:r>
              <a:rPr lang="en-IN" sz="2000" dirty="0"/>
              <a:t>✅ AI-generated Book Summaries using Google Gemini API</a:t>
            </a:r>
          </a:p>
          <a:p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124996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8BE5B-166B-6E76-F731-967A43DC7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51632" y="234021"/>
            <a:ext cx="8610600" cy="1293028"/>
          </a:xfrm>
        </p:spPr>
        <p:txBody>
          <a:bodyPr/>
          <a:lstStyle/>
          <a:p>
            <a:r>
              <a:rPr lang="en-IN" b="1" dirty="0"/>
              <a:t>TECHNOLOGIES USED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C3C87D8-3116-C4E7-C455-52E9D51B5A3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0584" y="0"/>
            <a:ext cx="12292584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00120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C97FC-9DA3-2F80-5C9C-C64C15D43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77896" y="234021"/>
            <a:ext cx="8610600" cy="1293028"/>
          </a:xfrm>
        </p:spPr>
        <p:txBody>
          <a:bodyPr/>
          <a:lstStyle/>
          <a:p>
            <a:r>
              <a:rPr lang="en-IN" b="1" dirty="0"/>
              <a:t>SYSTEM ARCHITECTURE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6F317A-9168-62EC-2502-D044368F1C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9417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7BC62-71AD-F7A8-5529-E3E0F249E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7584" y="544917"/>
            <a:ext cx="8610600" cy="1293028"/>
          </a:xfrm>
        </p:spPr>
        <p:txBody>
          <a:bodyPr/>
          <a:lstStyle/>
          <a:p>
            <a:r>
              <a:rPr lang="en-IN" b="1" dirty="0"/>
              <a:t>MODULES OF THE PROJECT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4535330-5192-EA02-3385-02E2F81A0A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922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1139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3E316-BD65-2A8E-AEC4-984F490918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AI BOOK SUMMARY FEATURE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0272C-3506-741C-CEC9-D443B5932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/>
              <a:t>AI Integration using Google Gemini API</a:t>
            </a:r>
          </a:p>
          <a:p>
            <a:pPr marL="0" indent="0">
              <a:buNone/>
            </a:pPr>
            <a:r>
              <a:rPr lang="en-IN" b="1" dirty="0"/>
              <a:t>-Working:</a:t>
            </a:r>
          </a:p>
          <a:p>
            <a:r>
              <a:rPr lang="en-IN" dirty="0"/>
              <a:t>User selects a book </a:t>
            </a:r>
          </a:p>
          <a:p>
            <a:r>
              <a:rPr lang="en-IN" dirty="0"/>
              <a:t>Book title sent to Gemini API </a:t>
            </a:r>
          </a:p>
          <a:p>
            <a:r>
              <a:rPr lang="en-IN" dirty="0"/>
              <a:t>AI generates summary </a:t>
            </a:r>
          </a:p>
          <a:p>
            <a:r>
              <a:rPr lang="en-IN" dirty="0"/>
              <a:t>Summary displayed dynamically </a:t>
            </a:r>
          </a:p>
          <a:p>
            <a:pPr marL="0" indent="0">
              <a:buNone/>
            </a:pPr>
            <a:r>
              <a:rPr lang="en-IN" b="1" dirty="0"/>
              <a:t>-Advantages:</a:t>
            </a:r>
          </a:p>
          <a:p>
            <a:pPr marL="0" indent="0">
              <a:buNone/>
            </a:pPr>
            <a:r>
              <a:rPr lang="en-IN" dirty="0"/>
              <a:t>✅ Better user understanding</a:t>
            </a:r>
            <a:br>
              <a:rPr lang="en-IN" dirty="0"/>
            </a:br>
            <a:r>
              <a:rPr lang="en-IN" dirty="0"/>
              <a:t>✅ Personalized experience</a:t>
            </a:r>
            <a:br>
              <a:rPr lang="en-IN" dirty="0"/>
            </a:br>
            <a:r>
              <a:rPr lang="en-IN" dirty="0"/>
              <a:t>✅ Dynamic content generation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4310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A3FD-AD55-72BB-77FC-C827F6509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DCF7B83-0CE0-6B7B-6C3A-A37334A6C2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82880"/>
            <a:ext cx="12192000" cy="757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44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7DC60-5CA4-6196-A74B-612982AD4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CART &amp; CHECKOUT SYSTEM</a:t>
            </a:r>
            <a:endParaRPr lang="en-IN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AEF98-D10E-159C-02C5-5D78374DE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Cart System</a:t>
            </a:r>
            <a:endParaRPr lang="en-US" dirty="0"/>
          </a:p>
          <a:p>
            <a:r>
              <a:rPr lang="en-US" dirty="0"/>
              <a:t>Add books to cart </a:t>
            </a:r>
          </a:p>
          <a:p>
            <a:r>
              <a:rPr lang="en-US" dirty="0"/>
              <a:t>View selected items </a:t>
            </a:r>
          </a:p>
          <a:p>
            <a:r>
              <a:rPr lang="en-US" dirty="0"/>
              <a:t>Dummy checkout process </a:t>
            </a:r>
          </a:p>
          <a:p>
            <a:r>
              <a:rPr lang="en-US" dirty="0"/>
              <a:t>Remove items from cart </a:t>
            </a:r>
          </a:p>
          <a:p>
            <a:pPr marL="0" indent="0">
              <a:buNone/>
            </a:pPr>
            <a:r>
              <a:rPr lang="en-US" b="1" dirty="0"/>
              <a:t>Benefits:</a:t>
            </a:r>
          </a:p>
          <a:p>
            <a:r>
              <a:rPr lang="en-US" dirty="0"/>
              <a:t>Simulates real e-commerce workflow </a:t>
            </a:r>
          </a:p>
          <a:p>
            <a:r>
              <a:rPr lang="en-US" dirty="0"/>
              <a:t>Enhances user interaction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07244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A85B61-BE9B-B8C3-56D4-9D362F946B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NEWSLETTER &amp; ADMIN PANEL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C522D-B401-7413-B970-8AC0DE1A4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Admin Panel</a:t>
            </a:r>
          </a:p>
          <a:p>
            <a:r>
              <a:rPr lang="en-US" dirty="0"/>
              <a:t>Manage books </a:t>
            </a:r>
          </a:p>
          <a:p>
            <a:r>
              <a:rPr lang="en-US" dirty="0"/>
              <a:t>Manage categories </a:t>
            </a:r>
          </a:p>
          <a:p>
            <a:r>
              <a:rPr lang="en-US" dirty="0"/>
              <a:t>View subscribers </a:t>
            </a:r>
          </a:p>
          <a:p>
            <a:r>
              <a:rPr lang="en-US" dirty="0"/>
              <a:t>Update featured sections </a:t>
            </a:r>
          </a:p>
          <a:p>
            <a:pPr marL="0" indent="0">
              <a:buNone/>
            </a:pPr>
            <a:r>
              <a:rPr lang="en-US" b="1" dirty="0"/>
              <a:t>Newsletter Feature</a:t>
            </a:r>
          </a:p>
          <a:p>
            <a:r>
              <a:rPr lang="en-US" dirty="0"/>
              <a:t>Users subscribe using email </a:t>
            </a:r>
          </a:p>
          <a:p>
            <a:r>
              <a:rPr lang="en-US" dirty="0"/>
              <a:t>Emails stored securely in database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068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1F11F-8508-E2FA-8F9A-975B9D677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OUTPUT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BA9263-C76E-AB62-7536-E0970B6F1644}"/>
              </a:ext>
            </a:extLst>
          </p:cNvPr>
          <p:cNvSpPr/>
          <p:nvPr/>
        </p:nvSpPr>
        <p:spPr>
          <a:xfrm>
            <a:off x="1307692" y="1900085"/>
            <a:ext cx="9792930" cy="4435578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16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60E83-256A-5EDA-D69C-8DDE0B0A7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957F9-669C-203C-EE32-964F880DF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sz="3200" dirty="0"/>
              <a:t>Successfully developed full-stack bookstore website</a:t>
            </a:r>
          </a:p>
          <a:p>
            <a:pPr marL="0" indent="0">
              <a:buNone/>
            </a:pPr>
            <a:r>
              <a:rPr lang="en-IN" sz="3200" dirty="0"/>
              <a:t> </a:t>
            </a:r>
          </a:p>
          <a:p>
            <a:r>
              <a:rPr lang="en-IN" sz="3200" dirty="0"/>
              <a:t>Integrated AI-generated summaries </a:t>
            </a:r>
          </a:p>
          <a:p>
            <a:pPr marL="0" indent="0">
              <a:buNone/>
            </a:pPr>
            <a:endParaRPr lang="en-IN" sz="3200" dirty="0"/>
          </a:p>
          <a:p>
            <a:r>
              <a:rPr lang="en-IN" sz="3200" dirty="0"/>
              <a:t>Implemented secure admin management </a:t>
            </a:r>
          </a:p>
          <a:p>
            <a:pPr marL="0" indent="0">
              <a:buNone/>
            </a:pPr>
            <a:endParaRPr lang="en-IN" sz="3200" dirty="0"/>
          </a:p>
          <a:p>
            <a:r>
              <a:rPr lang="en-IN" sz="3200" dirty="0"/>
              <a:t>Built responsive UI </a:t>
            </a:r>
          </a:p>
          <a:p>
            <a:pPr marL="0" indent="0">
              <a:buNone/>
            </a:pPr>
            <a:endParaRPr lang="en-IN" sz="3200" dirty="0"/>
          </a:p>
          <a:p>
            <a:r>
              <a:rPr lang="en-IN" sz="3200" dirty="0"/>
              <a:t>Implemented dynamic database operations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95888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E07D2-D47D-0D2D-2971-AC54A7CDD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COCLUSION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76ED21-B531-EA80-09D4-F2AB07B568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The Online Book Store Website successfully demonstrates the integration of Django web development with AI-powered features. The system provides a scalable, secure, and intelligent platform for book browsing and management while enhancing user experience through dynamic content generation.</a:t>
            </a:r>
          </a:p>
          <a:p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3037737859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E5224E"/>
      </a:accent1>
      <a:accent2>
        <a:srgbClr val="9D074E"/>
      </a:accent2>
      <a:accent3>
        <a:srgbClr val="7F2294"/>
      </a:accent3>
      <a:accent4>
        <a:srgbClr val="8D65EA"/>
      </a:accent4>
      <a:accent5>
        <a:srgbClr val="588FE2"/>
      </a:accent5>
      <a:accent6>
        <a:srgbClr val="127CA4"/>
      </a:accent6>
      <a:hlink>
        <a:srgbClr val="FB4AB6"/>
      </a:hlink>
      <a:folHlink>
        <a:srgbClr val="F98FE9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6DB8EB18-3657-4051-A897-2ED38832359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483</TotalTime>
  <Words>326</Words>
  <Application>Microsoft Office PowerPoint</Application>
  <PresentationFormat>Widescreen</PresentationFormat>
  <Paragraphs>77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Century Gothic</vt:lpstr>
      <vt:lpstr>Vapor Trail</vt:lpstr>
      <vt:lpstr>Online Book Store using Django</vt:lpstr>
      <vt:lpstr>TEAM MEMBERS</vt:lpstr>
      <vt:lpstr>INTRODUCTION</vt:lpstr>
      <vt:lpstr>PROBLEM STATEMENT</vt:lpstr>
      <vt:lpstr>PROPOSED SOLUTION</vt:lpstr>
      <vt:lpstr>TECHNOLOGIES USED</vt:lpstr>
      <vt:lpstr>SYSTEM ARCHITECTURE</vt:lpstr>
      <vt:lpstr>MODULES OF THE PROJECT</vt:lpstr>
      <vt:lpstr>AI BOOK SUMMARY FEATURE</vt:lpstr>
      <vt:lpstr>PowerPoint Presentation</vt:lpstr>
      <vt:lpstr>CART &amp; CHECKOUT SYSTEM</vt:lpstr>
      <vt:lpstr>NEWSLETTER &amp; ADMIN PANEL</vt:lpstr>
      <vt:lpstr>OUTPUT</vt:lpstr>
      <vt:lpstr>RESULTS</vt:lpstr>
      <vt:lpstr>COCLUSION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Saravanan K</dc:creator>
  <cp:lastModifiedBy>Praveen Kavin</cp:lastModifiedBy>
  <cp:revision>2</cp:revision>
  <dcterms:created xsi:type="dcterms:W3CDTF">2026-05-22T04:24:47Z</dcterms:created>
  <dcterms:modified xsi:type="dcterms:W3CDTF">2026-05-22T15:25:01Z</dcterms:modified>
</cp:coreProperties>
</file>